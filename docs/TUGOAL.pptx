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23721" y="388608"/>
            <a:ext cx="1440180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0" b="1" i="0">
                <a:solidFill>
                  <a:srgbClr val="2B2B2B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00" b="1" i="0">
                <a:solidFill>
                  <a:srgbClr val="2B2B2B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00" b="1" i="0">
                <a:solidFill>
                  <a:srgbClr val="2B2B2B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4332" y="2307936"/>
            <a:ext cx="3362324" cy="33623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00" b="1" i="0">
                <a:solidFill>
                  <a:srgbClr val="2B2B2B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61264" y="6358165"/>
            <a:ext cx="7073900" cy="1320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0" b="1" i="0">
                <a:solidFill>
                  <a:srgbClr val="2B2B2B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15136" y="2963283"/>
            <a:ext cx="8839835" cy="2559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47308" y="2937791"/>
            <a:ext cx="4314824" cy="431482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15136" y="2963283"/>
            <a:ext cx="8839835" cy="255905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600" spc="4335" b="0">
                <a:solidFill>
                  <a:srgbClr val="20623C"/>
                </a:solidFill>
                <a:latin typeface="Arial MT"/>
                <a:cs typeface="Arial MT"/>
              </a:rPr>
              <a:t>t</a:t>
            </a:r>
            <a:r>
              <a:rPr dirty="0" sz="16600" spc="3970" b="0">
                <a:solidFill>
                  <a:srgbClr val="20623C"/>
                </a:solidFill>
                <a:latin typeface="Arial MT"/>
                <a:cs typeface="Arial MT"/>
              </a:rPr>
              <a:t>u</a:t>
            </a:r>
            <a:r>
              <a:rPr dirty="0" sz="16050" spc="4155" b="0">
                <a:solidFill>
                  <a:srgbClr val="F5EB45"/>
                </a:solidFill>
                <a:latin typeface="Arial MT"/>
                <a:cs typeface="Arial MT"/>
              </a:rPr>
              <a:t>g</a:t>
            </a:r>
            <a:r>
              <a:rPr dirty="0" sz="16600" spc="3760" b="0">
                <a:solidFill>
                  <a:srgbClr val="F5EB45"/>
                </a:solidFill>
                <a:latin typeface="Arial MT"/>
                <a:cs typeface="Arial MT"/>
              </a:rPr>
              <a:t>o</a:t>
            </a:r>
            <a:r>
              <a:rPr dirty="0" sz="16050" spc="3815" b="0">
                <a:solidFill>
                  <a:srgbClr val="D51228"/>
                </a:solidFill>
                <a:latin typeface="Arial MT"/>
                <a:cs typeface="Arial MT"/>
              </a:rPr>
              <a:t>a</a:t>
            </a:r>
            <a:r>
              <a:rPr dirty="0" sz="16050" spc="4560" b="0">
                <a:solidFill>
                  <a:srgbClr val="D51228"/>
                </a:solidFill>
                <a:latin typeface="Arial MT"/>
                <a:cs typeface="Arial MT"/>
              </a:rPr>
              <a:t>l</a:t>
            </a:r>
            <a:endParaRPr sz="16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32674" y="5366488"/>
            <a:ext cx="6741159" cy="137414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750" spc="195">
                <a:latin typeface="Tahoma"/>
                <a:cs typeface="Tahoma"/>
              </a:rPr>
              <a:t>BECAUSE</a:t>
            </a:r>
            <a:r>
              <a:rPr dirty="0" sz="3750" spc="730">
                <a:latin typeface="Tahoma"/>
                <a:cs typeface="Tahoma"/>
              </a:rPr>
              <a:t> </a:t>
            </a:r>
            <a:r>
              <a:rPr dirty="0" sz="3750" spc="185">
                <a:latin typeface="Tahoma"/>
                <a:cs typeface="Tahoma"/>
              </a:rPr>
              <a:t>FOOTBALL</a:t>
            </a:r>
            <a:r>
              <a:rPr dirty="0" sz="3750" spc="725">
                <a:latin typeface="Tahoma"/>
                <a:cs typeface="Tahoma"/>
              </a:rPr>
              <a:t> </a:t>
            </a:r>
            <a:r>
              <a:rPr dirty="0" sz="3750">
                <a:latin typeface="Tahoma"/>
                <a:cs typeface="Tahoma"/>
              </a:rPr>
              <a:t>IS</a:t>
            </a:r>
            <a:r>
              <a:rPr dirty="0" sz="3750" spc="730">
                <a:latin typeface="Tahoma"/>
                <a:cs typeface="Tahoma"/>
              </a:rPr>
              <a:t> </a:t>
            </a:r>
            <a:r>
              <a:rPr dirty="0" sz="3750" spc="45">
                <a:latin typeface="Tahoma"/>
                <a:cs typeface="Tahoma"/>
              </a:rPr>
              <a:t>YOU</a:t>
            </a:r>
            <a:endParaRPr sz="3750">
              <a:latin typeface="Tahoma"/>
              <a:cs typeface="Tahoma"/>
            </a:endParaRPr>
          </a:p>
          <a:p>
            <a:pPr algn="ctr" marL="199390">
              <a:lnSpc>
                <a:spcPct val="100000"/>
              </a:lnSpc>
              <a:spcBef>
                <a:spcPts val="2710"/>
              </a:spcBef>
            </a:pPr>
            <a:r>
              <a:rPr dirty="0" sz="2800">
                <a:latin typeface="Calibri"/>
                <a:cs typeface="Calibri"/>
              </a:rPr>
              <a:t>CTESP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Aplicações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Moveis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43787" y="9152127"/>
            <a:ext cx="2977515" cy="4038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b="1">
                <a:solidFill>
                  <a:srgbClr val="040405"/>
                </a:solidFill>
                <a:latin typeface="Calibri"/>
                <a:cs typeface="Calibri"/>
              </a:rPr>
              <a:t>Ano</a:t>
            </a:r>
            <a:r>
              <a:rPr dirty="0" sz="2450" spc="10" b="1">
                <a:solidFill>
                  <a:srgbClr val="040405"/>
                </a:solidFill>
                <a:latin typeface="Calibri"/>
                <a:cs typeface="Calibri"/>
              </a:rPr>
              <a:t> </a:t>
            </a:r>
            <a:r>
              <a:rPr dirty="0" sz="2450" b="1">
                <a:solidFill>
                  <a:srgbClr val="040405"/>
                </a:solidFill>
                <a:latin typeface="Calibri"/>
                <a:cs typeface="Calibri"/>
              </a:rPr>
              <a:t>Letivo:</a:t>
            </a:r>
            <a:r>
              <a:rPr dirty="0" sz="2450" spc="25" b="1">
                <a:solidFill>
                  <a:srgbClr val="040405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040405"/>
                </a:solidFill>
                <a:latin typeface="Calibri"/>
                <a:cs typeface="Calibri"/>
              </a:rPr>
              <a:t>2025/2026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000" y="7730704"/>
            <a:ext cx="2846705" cy="142684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66675" marR="5080" indent="-54610">
              <a:lnSpc>
                <a:spcPct val="116700"/>
              </a:lnSpc>
              <a:spcBef>
                <a:spcPts val="165"/>
              </a:spcBef>
            </a:pPr>
            <a:r>
              <a:rPr dirty="0" sz="2100" b="1">
                <a:solidFill>
                  <a:srgbClr val="040405"/>
                </a:solidFill>
                <a:latin typeface="Calibri"/>
                <a:cs typeface="Calibri"/>
              </a:rPr>
              <a:t>Projeto</a:t>
            </a:r>
            <a:r>
              <a:rPr dirty="0" sz="2100" spc="-90" b="1">
                <a:solidFill>
                  <a:srgbClr val="040405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040405"/>
                </a:solidFill>
                <a:latin typeface="Calibri"/>
                <a:cs typeface="Calibri"/>
              </a:rPr>
              <a:t>Realizado</a:t>
            </a:r>
            <a:r>
              <a:rPr dirty="0" sz="2100" spc="-90" b="1">
                <a:solidFill>
                  <a:srgbClr val="040405"/>
                </a:solidFill>
                <a:latin typeface="Calibri"/>
                <a:cs typeface="Calibri"/>
              </a:rPr>
              <a:t> </a:t>
            </a:r>
            <a:r>
              <a:rPr dirty="0" sz="2100" spc="-20" b="1">
                <a:solidFill>
                  <a:srgbClr val="040405"/>
                </a:solidFill>
                <a:latin typeface="Calibri"/>
                <a:cs typeface="Calibri"/>
              </a:rPr>
              <a:t>Por: </a:t>
            </a:r>
            <a:r>
              <a:rPr dirty="0" sz="1900">
                <a:solidFill>
                  <a:srgbClr val="040405"/>
                </a:solidFill>
                <a:latin typeface="Calibri"/>
                <a:cs typeface="Calibri"/>
              </a:rPr>
              <a:t>Nº36945</a:t>
            </a:r>
            <a:r>
              <a:rPr dirty="0" sz="1900" spc="-35">
                <a:solidFill>
                  <a:srgbClr val="04040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40405"/>
                </a:solidFill>
                <a:latin typeface="Calibri"/>
                <a:cs typeface="Calibri"/>
              </a:rPr>
              <a:t>|</a:t>
            </a:r>
            <a:r>
              <a:rPr dirty="0" sz="1900" spc="-35">
                <a:solidFill>
                  <a:srgbClr val="04040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40405"/>
                </a:solidFill>
                <a:latin typeface="Calibri"/>
                <a:cs typeface="Calibri"/>
              </a:rPr>
              <a:t>Carlos</a:t>
            </a:r>
            <a:r>
              <a:rPr dirty="0" sz="1900" spc="-30">
                <a:solidFill>
                  <a:srgbClr val="04040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040405"/>
                </a:solidFill>
                <a:latin typeface="Calibri"/>
                <a:cs typeface="Calibri"/>
              </a:rPr>
              <a:t>Gomes </a:t>
            </a:r>
            <a:r>
              <a:rPr dirty="0" sz="1900">
                <a:solidFill>
                  <a:srgbClr val="040405"/>
                </a:solidFill>
                <a:latin typeface="Calibri"/>
                <a:cs typeface="Calibri"/>
              </a:rPr>
              <a:t>Nº36949</a:t>
            </a:r>
            <a:r>
              <a:rPr dirty="0" sz="1900" spc="-40">
                <a:solidFill>
                  <a:srgbClr val="04040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40405"/>
                </a:solidFill>
                <a:latin typeface="Calibri"/>
                <a:cs typeface="Calibri"/>
              </a:rPr>
              <a:t>|</a:t>
            </a:r>
            <a:r>
              <a:rPr dirty="0" sz="1900" spc="-35">
                <a:solidFill>
                  <a:srgbClr val="04040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040405"/>
                </a:solidFill>
                <a:latin typeface="Calibri"/>
                <a:cs typeface="Calibri"/>
              </a:rPr>
              <a:t>Fábio</a:t>
            </a:r>
            <a:r>
              <a:rPr dirty="0" sz="1900" spc="-35">
                <a:solidFill>
                  <a:srgbClr val="040405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040405"/>
                </a:solidFill>
                <a:latin typeface="Calibri"/>
                <a:cs typeface="Calibri"/>
              </a:rPr>
              <a:t>Braga </a:t>
            </a:r>
            <a:r>
              <a:rPr dirty="0" sz="1900">
                <a:solidFill>
                  <a:srgbClr val="040405"/>
                </a:solidFill>
                <a:latin typeface="Calibri"/>
                <a:cs typeface="Calibri"/>
              </a:rPr>
              <a:t>Nº35510</a:t>
            </a:r>
            <a:r>
              <a:rPr dirty="0" sz="1900" spc="-35">
                <a:solidFill>
                  <a:srgbClr val="04040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40405"/>
                </a:solidFill>
                <a:latin typeface="Calibri"/>
                <a:cs typeface="Calibri"/>
              </a:rPr>
              <a:t>|</a:t>
            </a:r>
            <a:r>
              <a:rPr dirty="0" sz="1900" spc="-30">
                <a:solidFill>
                  <a:srgbClr val="040405"/>
                </a:solidFill>
                <a:latin typeface="Calibri"/>
                <a:cs typeface="Calibri"/>
              </a:rPr>
              <a:t> </a:t>
            </a:r>
            <a:r>
              <a:rPr dirty="0" sz="1900">
                <a:solidFill>
                  <a:srgbClr val="040405"/>
                </a:solidFill>
                <a:latin typeface="Calibri"/>
                <a:cs typeface="Calibri"/>
              </a:rPr>
              <a:t>Simão</a:t>
            </a:r>
            <a:r>
              <a:rPr dirty="0" sz="1900" spc="-35">
                <a:solidFill>
                  <a:srgbClr val="040405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040405"/>
                </a:solidFill>
                <a:latin typeface="Calibri"/>
                <a:cs typeface="Calibri"/>
              </a:rPr>
              <a:t>Fernandes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99306" y="2902182"/>
            <a:ext cx="4472305" cy="4584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>
                <a:latin typeface="Calibri"/>
                <a:cs typeface="Calibri"/>
              </a:rPr>
              <a:t>Projeto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Computação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Móvel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97095" y="251530"/>
            <a:ext cx="1495424" cy="7143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93142"/>
            <a:ext cx="18288000" cy="9525"/>
          </a:xfrm>
          <a:custGeom>
            <a:avLst/>
            <a:gdLst/>
            <a:ahLst/>
            <a:cxnLst/>
            <a:rect l="l" t="t" r="r" b="b"/>
            <a:pathLst>
              <a:path w="18288000" h="9525">
                <a:moveTo>
                  <a:pt x="0" y="9524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9524"/>
                </a:lnTo>
                <a:lnTo>
                  <a:pt x="0" y="9524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738" y="187570"/>
            <a:ext cx="838199" cy="838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97095" y="251530"/>
            <a:ext cx="1495424" cy="7143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03315" y="5247332"/>
            <a:ext cx="11887199" cy="14668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1666" y="1875582"/>
            <a:ext cx="5048249" cy="78485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344187" y="9123069"/>
            <a:ext cx="6648449" cy="7810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723721" y="388608"/>
            <a:ext cx="144018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 b="1">
                <a:solidFill>
                  <a:srgbClr val="20623C"/>
                </a:solidFill>
                <a:latin typeface="Tahoma"/>
                <a:cs typeface="Tahoma"/>
              </a:rPr>
              <a:t>TU</a:t>
            </a:r>
            <a:r>
              <a:rPr dirty="0" sz="2700" spc="-10" b="1">
                <a:solidFill>
                  <a:srgbClr val="F5EB45"/>
                </a:solidFill>
                <a:latin typeface="Tahoma"/>
                <a:cs typeface="Tahoma"/>
              </a:rPr>
              <a:t>GO</a:t>
            </a:r>
            <a:r>
              <a:rPr dirty="0" sz="2700" spc="-10" b="1">
                <a:solidFill>
                  <a:srgbClr val="D51228"/>
                </a:solidFill>
                <a:latin typeface="Tahoma"/>
                <a:cs typeface="Tahoma"/>
              </a:rPr>
              <a:t>AL</a:t>
            </a:r>
            <a:endParaRPr sz="2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31434" y="2656352"/>
            <a:ext cx="4810124" cy="61721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16000" y="2229828"/>
            <a:ext cx="8544560" cy="1320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40">
                <a:solidFill>
                  <a:srgbClr val="000000"/>
                </a:solidFill>
              </a:rPr>
              <a:t>Ideia</a:t>
            </a:r>
            <a:r>
              <a:rPr dirty="0" spc="60">
                <a:solidFill>
                  <a:srgbClr val="000000"/>
                </a:solidFill>
              </a:rPr>
              <a:t> </a:t>
            </a:r>
            <a:r>
              <a:rPr dirty="0" spc="235">
                <a:solidFill>
                  <a:srgbClr val="000000"/>
                </a:solidFill>
              </a:rPr>
              <a:t>do</a:t>
            </a:r>
            <a:r>
              <a:rPr dirty="0" spc="60">
                <a:solidFill>
                  <a:srgbClr val="000000"/>
                </a:solidFill>
              </a:rPr>
              <a:t> </a:t>
            </a:r>
            <a:r>
              <a:rPr dirty="0" spc="-40">
                <a:solidFill>
                  <a:srgbClr val="000000"/>
                </a:solidFill>
              </a:rPr>
              <a:t>projeto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563" y="5849009"/>
            <a:ext cx="180975" cy="1809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563" y="6601484"/>
            <a:ext cx="180975" cy="1809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00475" y="5459043"/>
            <a:ext cx="5961380" cy="1530350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4250" spc="180">
                <a:solidFill>
                  <a:srgbClr val="2B2B2B"/>
                </a:solidFill>
                <a:latin typeface="Tahoma"/>
                <a:cs typeface="Tahoma"/>
              </a:rPr>
              <a:t>OBJETIVO</a:t>
            </a:r>
            <a:endParaRPr sz="4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4250" spc="65">
                <a:solidFill>
                  <a:srgbClr val="2B2B2B"/>
                </a:solidFill>
                <a:latin typeface="Tahoma"/>
                <a:cs typeface="Tahoma"/>
              </a:rPr>
              <a:t>DIVISÃO</a:t>
            </a:r>
            <a:r>
              <a:rPr dirty="0" sz="4250" spc="935">
                <a:solidFill>
                  <a:srgbClr val="2B2B2B"/>
                </a:solidFill>
                <a:latin typeface="Tahoma"/>
                <a:cs typeface="Tahoma"/>
              </a:rPr>
              <a:t> </a:t>
            </a:r>
            <a:r>
              <a:rPr dirty="0" sz="4250" spc="140">
                <a:solidFill>
                  <a:srgbClr val="2B2B2B"/>
                </a:solidFill>
                <a:latin typeface="Tahoma"/>
                <a:cs typeface="Tahoma"/>
              </a:rPr>
              <a:t>DE</a:t>
            </a:r>
            <a:r>
              <a:rPr dirty="0" sz="4250" spc="944">
                <a:solidFill>
                  <a:srgbClr val="2B2B2B"/>
                </a:solidFill>
                <a:latin typeface="Tahoma"/>
                <a:cs typeface="Tahoma"/>
              </a:rPr>
              <a:t> </a:t>
            </a:r>
            <a:r>
              <a:rPr dirty="0" sz="4250" spc="310">
                <a:solidFill>
                  <a:srgbClr val="2B2B2B"/>
                </a:solidFill>
                <a:latin typeface="Tahoma"/>
                <a:cs typeface="Tahoma"/>
              </a:rPr>
              <a:t>TAREFAS</a:t>
            </a:r>
            <a:endParaRPr sz="42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1193142"/>
            <a:ext cx="18288000" cy="9525"/>
          </a:xfrm>
          <a:custGeom>
            <a:avLst/>
            <a:gdLst/>
            <a:ahLst/>
            <a:cxnLst/>
            <a:rect l="l" t="t" r="r" b="b"/>
            <a:pathLst>
              <a:path w="18288000" h="9525">
                <a:moveTo>
                  <a:pt x="0" y="9524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9524"/>
                </a:lnTo>
                <a:lnTo>
                  <a:pt x="0" y="9524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7738" y="187570"/>
            <a:ext cx="838199" cy="8381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23721" y="388608"/>
            <a:ext cx="144018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 b="1">
                <a:solidFill>
                  <a:srgbClr val="20623C"/>
                </a:solidFill>
                <a:latin typeface="Tahoma"/>
                <a:cs typeface="Tahoma"/>
              </a:rPr>
              <a:t>TU</a:t>
            </a:r>
            <a:r>
              <a:rPr dirty="0" sz="2700" spc="-10" b="1">
                <a:solidFill>
                  <a:srgbClr val="F5EB45"/>
                </a:solidFill>
                <a:latin typeface="Tahoma"/>
                <a:cs typeface="Tahoma"/>
              </a:rPr>
              <a:t>GO</a:t>
            </a:r>
            <a:r>
              <a:rPr dirty="0" sz="2700" spc="-10" b="1">
                <a:solidFill>
                  <a:srgbClr val="D51228"/>
                </a:solidFill>
                <a:latin typeface="Tahoma"/>
                <a:cs typeface="Tahoma"/>
              </a:rPr>
              <a:t>AL</a:t>
            </a:r>
            <a:endParaRPr sz="27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497095" y="251530"/>
            <a:ext cx="1495424" cy="7143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796" y="3642465"/>
            <a:ext cx="3533774" cy="24764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51383" y="3824229"/>
            <a:ext cx="2133599" cy="21335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0" y="3414749"/>
            <a:ext cx="2952749" cy="29527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79660" y="3819295"/>
            <a:ext cx="4257674" cy="21335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1193142"/>
            <a:ext cx="18288000" cy="9525"/>
          </a:xfrm>
          <a:custGeom>
            <a:avLst/>
            <a:gdLst/>
            <a:ahLst/>
            <a:cxnLst/>
            <a:rect l="l" t="t" r="r" b="b"/>
            <a:pathLst>
              <a:path w="18288000" h="9525">
                <a:moveTo>
                  <a:pt x="0" y="9524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9524"/>
                </a:lnTo>
                <a:lnTo>
                  <a:pt x="0" y="9524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7738" y="187570"/>
            <a:ext cx="838199" cy="838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497095" y="251530"/>
            <a:ext cx="1495424" cy="7143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50266" y="6683814"/>
            <a:ext cx="2295524" cy="22955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32396" y="6831250"/>
            <a:ext cx="2552699" cy="25526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37543" y="7161536"/>
            <a:ext cx="3362324" cy="189547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85602" y="1721077"/>
            <a:ext cx="11894185" cy="1116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150" spc="-25" b="1">
                <a:solidFill>
                  <a:srgbClr val="2B2B2B"/>
                </a:solidFill>
                <a:latin typeface="Tahoma"/>
                <a:cs typeface="Tahoma"/>
              </a:rPr>
              <a:t>Tecnologias</a:t>
            </a:r>
            <a:r>
              <a:rPr dirty="0" sz="7150" spc="-210" b="1">
                <a:solidFill>
                  <a:srgbClr val="2B2B2B"/>
                </a:solidFill>
                <a:latin typeface="Tahoma"/>
                <a:cs typeface="Tahoma"/>
              </a:rPr>
              <a:t> </a:t>
            </a:r>
            <a:r>
              <a:rPr dirty="0" sz="7150" b="1">
                <a:solidFill>
                  <a:srgbClr val="2B2B2B"/>
                </a:solidFill>
                <a:latin typeface="Tahoma"/>
                <a:cs typeface="Tahoma"/>
              </a:rPr>
              <a:t>e</a:t>
            </a:r>
            <a:r>
              <a:rPr dirty="0" sz="7150" spc="-210" b="1">
                <a:solidFill>
                  <a:srgbClr val="2B2B2B"/>
                </a:solidFill>
                <a:latin typeface="Tahoma"/>
                <a:cs typeface="Tahoma"/>
              </a:rPr>
              <a:t> </a:t>
            </a:r>
            <a:r>
              <a:rPr dirty="0" sz="7150" spc="-275" b="1">
                <a:solidFill>
                  <a:srgbClr val="2B2B2B"/>
                </a:solidFill>
                <a:latin typeface="Tahoma"/>
                <a:cs typeface="Tahoma"/>
              </a:rPr>
              <a:t>Ferramentas</a:t>
            </a:r>
            <a:endParaRPr sz="7150">
              <a:latin typeface="Tahoma"/>
              <a:cs typeface="Tahoma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solidFill>
                  <a:srgbClr val="20623C"/>
                </a:solidFill>
              </a:rPr>
              <a:t>TU</a:t>
            </a:r>
            <a:r>
              <a:rPr dirty="0" sz="2700" spc="-10">
                <a:solidFill>
                  <a:srgbClr val="F5EB45"/>
                </a:solidFill>
              </a:rPr>
              <a:t>GO</a:t>
            </a:r>
            <a:r>
              <a:rPr dirty="0" sz="2700" spc="-10">
                <a:solidFill>
                  <a:srgbClr val="D51228"/>
                </a:solidFill>
              </a:rPr>
              <a:t>AL</a:t>
            </a:r>
            <a:endParaRPr sz="2700"/>
          </a:p>
        </p:txBody>
      </p:sp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344187" y="9123069"/>
            <a:ext cx="6648449" cy="7810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4187" y="9123069"/>
            <a:ext cx="6648449" cy="7810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193142"/>
            <a:ext cx="18288000" cy="9525"/>
          </a:xfrm>
          <a:custGeom>
            <a:avLst/>
            <a:gdLst/>
            <a:ahLst/>
            <a:cxnLst/>
            <a:rect l="l" t="t" r="r" b="b"/>
            <a:pathLst>
              <a:path w="18288000" h="9525">
                <a:moveTo>
                  <a:pt x="0" y="9524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9524"/>
                </a:lnTo>
                <a:lnTo>
                  <a:pt x="0" y="9524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738" y="187570"/>
            <a:ext cx="838199" cy="838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97095" y="251530"/>
            <a:ext cx="1495424" cy="7143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42693" y="3225592"/>
            <a:ext cx="5170764" cy="517076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473371" y="1687123"/>
            <a:ext cx="3319145" cy="9925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350" spc="-55" b="1">
                <a:latin typeface="Tahoma"/>
                <a:cs typeface="Tahoma"/>
              </a:rPr>
              <a:t>Scan</a:t>
            </a:r>
            <a:r>
              <a:rPr dirty="0" sz="6350" spc="-405" b="1">
                <a:latin typeface="Tahoma"/>
                <a:cs typeface="Tahoma"/>
              </a:rPr>
              <a:t> </a:t>
            </a:r>
            <a:r>
              <a:rPr dirty="0" sz="6350" spc="-25" b="1">
                <a:latin typeface="Tahoma"/>
                <a:cs typeface="Tahoma"/>
              </a:rPr>
              <a:t>Me</a:t>
            </a:r>
            <a:endParaRPr sz="6350">
              <a:latin typeface="Tahoma"/>
              <a:cs typeface="Tahoma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solidFill>
                  <a:srgbClr val="20623C"/>
                </a:solidFill>
              </a:rPr>
              <a:t>TU</a:t>
            </a:r>
            <a:r>
              <a:rPr dirty="0" sz="2700" spc="-10">
                <a:solidFill>
                  <a:srgbClr val="F5EB45"/>
                </a:solidFill>
              </a:rPr>
              <a:t>GO</a:t>
            </a:r>
            <a:r>
              <a:rPr dirty="0" sz="2700" spc="-10">
                <a:solidFill>
                  <a:srgbClr val="D51228"/>
                </a:solidFill>
              </a:rPr>
              <a:t>AL</a:t>
            </a:r>
            <a:endParaRPr sz="2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4187" y="9123069"/>
            <a:ext cx="6648449" cy="7810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193142"/>
            <a:ext cx="18288000" cy="9525"/>
          </a:xfrm>
          <a:custGeom>
            <a:avLst/>
            <a:gdLst/>
            <a:ahLst/>
            <a:cxnLst/>
            <a:rect l="l" t="t" r="r" b="b"/>
            <a:pathLst>
              <a:path w="18288000" h="9525">
                <a:moveTo>
                  <a:pt x="0" y="9524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9524"/>
                </a:lnTo>
                <a:lnTo>
                  <a:pt x="0" y="9524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738" y="187570"/>
            <a:ext cx="838199" cy="838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97095" y="251530"/>
            <a:ext cx="1495424" cy="7143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14767" y="2164940"/>
            <a:ext cx="4267199" cy="79533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268262" y="1154416"/>
            <a:ext cx="3349625" cy="9925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350" spc="-10" b="1">
                <a:latin typeface="Tahoma"/>
                <a:cs typeface="Tahoma"/>
              </a:rPr>
              <a:t>TUGOAL</a:t>
            </a:r>
            <a:endParaRPr sz="6350">
              <a:latin typeface="Tahoma"/>
              <a:cs typeface="Tahoma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solidFill>
                  <a:srgbClr val="20623C"/>
                </a:solidFill>
              </a:rPr>
              <a:t>TU</a:t>
            </a:r>
            <a:r>
              <a:rPr dirty="0" sz="2700" spc="-10">
                <a:solidFill>
                  <a:srgbClr val="F5EB45"/>
                </a:solidFill>
              </a:rPr>
              <a:t>GO</a:t>
            </a:r>
            <a:r>
              <a:rPr dirty="0" sz="2700" spc="-10">
                <a:solidFill>
                  <a:srgbClr val="D51228"/>
                </a:solidFill>
              </a:rPr>
              <a:t>AL</a:t>
            </a:r>
            <a:endParaRPr sz="2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85724" y="4554728"/>
            <a:ext cx="9683750" cy="1116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150" spc="-285" b="1">
                <a:solidFill>
                  <a:srgbClr val="2B2B2B"/>
                </a:solidFill>
                <a:latin typeface="Tahoma"/>
                <a:cs typeface="Tahoma"/>
              </a:rPr>
              <a:t>MELHORIAS</a:t>
            </a:r>
            <a:r>
              <a:rPr dirty="0" sz="7150" spc="75" b="1">
                <a:solidFill>
                  <a:srgbClr val="2B2B2B"/>
                </a:solidFill>
                <a:latin typeface="Tahoma"/>
                <a:cs typeface="Tahoma"/>
              </a:rPr>
              <a:t> </a:t>
            </a:r>
            <a:r>
              <a:rPr dirty="0" sz="7150" spc="-170" b="1">
                <a:solidFill>
                  <a:srgbClr val="2B2B2B"/>
                </a:solidFill>
                <a:latin typeface="Tahoma"/>
                <a:cs typeface="Tahoma"/>
              </a:rPr>
              <a:t>FUTURAS</a:t>
            </a:r>
            <a:endParaRPr sz="715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93142"/>
            <a:ext cx="18288000" cy="9525"/>
          </a:xfrm>
          <a:custGeom>
            <a:avLst/>
            <a:gdLst/>
            <a:ahLst/>
            <a:cxnLst/>
            <a:rect l="l" t="t" r="r" b="b"/>
            <a:pathLst>
              <a:path w="18288000" h="9525">
                <a:moveTo>
                  <a:pt x="0" y="9524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9524"/>
                </a:lnTo>
                <a:lnTo>
                  <a:pt x="0" y="9524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738" y="187570"/>
            <a:ext cx="838199" cy="83819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solidFill>
                  <a:srgbClr val="20623C"/>
                </a:solidFill>
              </a:rPr>
              <a:t>TU</a:t>
            </a:r>
            <a:r>
              <a:rPr dirty="0" sz="2700" spc="-10">
                <a:solidFill>
                  <a:srgbClr val="F5EB45"/>
                </a:solidFill>
              </a:rPr>
              <a:t>GO</a:t>
            </a:r>
            <a:r>
              <a:rPr dirty="0" sz="2700" spc="-10">
                <a:solidFill>
                  <a:srgbClr val="D51228"/>
                </a:solidFill>
              </a:rPr>
              <a:t>AL</a:t>
            </a:r>
            <a:endParaRPr sz="27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97095" y="251530"/>
            <a:ext cx="1495424" cy="7143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44187" y="9123069"/>
            <a:ext cx="6648449" cy="7810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6133" y="1621136"/>
            <a:ext cx="3381374" cy="81152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1574142"/>
            <a:ext cx="3409949" cy="81629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51047" y="1725011"/>
            <a:ext cx="3343274" cy="801052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1193142"/>
            <a:ext cx="18288000" cy="9525"/>
          </a:xfrm>
          <a:custGeom>
            <a:avLst/>
            <a:gdLst/>
            <a:ahLst/>
            <a:cxnLst/>
            <a:rect l="l" t="t" r="r" b="b"/>
            <a:pathLst>
              <a:path w="18288000" h="9525">
                <a:moveTo>
                  <a:pt x="0" y="9524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9524"/>
                </a:lnTo>
                <a:lnTo>
                  <a:pt x="0" y="9524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7738" y="187570"/>
            <a:ext cx="838199" cy="8381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23721" y="388608"/>
            <a:ext cx="144018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 b="1">
                <a:solidFill>
                  <a:srgbClr val="20623C"/>
                </a:solidFill>
                <a:latin typeface="Tahoma"/>
                <a:cs typeface="Tahoma"/>
              </a:rPr>
              <a:t>TU</a:t>
            </a:r>
            <a:r>
              <a:rPr dirty="0" sz="2700" spc="-10" b="1">
                <a:solidFill>
                  <a:srgbClr val="F5EB45"/>
                </a:solidFill>
                <a:latin typeface="Tahoma"/>
                <a:cs typeface="Tahoma"/>
              </a:rPr>
              <a:t>GO</a:t>
            </a:r>
            <a:r>
              <a:rPr dirty="0" sz="2700" spc="-10" b="1">
                <a:solidFill>
                  <a:srgbClr val="D51228"/>
                </a:solidFill>
                <a:latin typeface="Tahoma"/>
                <a:cs typeface="Tahoma"/>
              </a:rPr>
              <a:t>AL</a:t>
            </a:r>
            <a:endParaRPr sz="27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497095" y="251530"/>
            <a:ext cx="1495424" cy="7143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7631" y="4554728"/>
            <a:ext cx="8653145" cy="1116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150" spc="-85" b="1">
                <a:solidFill>
                  <a:srgbClr val="2B2B2B"/>
                </a:solidFill>
                <a:latin typeface="Tahoma"/>
                <a:cs typeface="Tahoma"/>
              </a:rPr>
              <a:t>AGRADECIMENTOS</a:t>
            </a:r>
            <a:endParaRPr sz="715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93142"/>
            <a:ext cx="18288000" cy="9525"/>
          </a:xfrm>
          <a:custGeom>
            <a:avLst/>
            <a:gdLst/>
            <a:ahLst/>
            <a:cxnLst/>
            <a:rect l="l" t="t" r="r" b="b"/>
            <a:pathLst>
              <a:path w="18288000" h="9525">
                <a:moveTo>
                  <a:pt x="0" y="9524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9524"/>
                </a:lnTo>
                <a:lnTo>
                  <a:pt x="0" y="9524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738" y="187570"/>
            <a:ext cx="838199" cy="83819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solidFill>
                  <a:srgbClr val="20623C"/>
                </a:solidFill>
              </a:rPr>
              <a:t>TU</a:t>
            </a:r>
            <a:r>
              <a:rPr dirty="0" sz="2700" spc="-10">
                <a:solidFill>
                  <a:srgbClr val="F5EB45"/>
                </a:solidFill>
              </a:rPr>
              <a:t>GO</a:t>
            </a:r>
            <a:r>
              <a:rPr dirty="0" sz="2700" spc="-10">
                <a:solidFill>
                  <a:srgbClr val="D51228"/>
                </a:solidFill>
              </a:rPr>
              <a:t>AL</a:t>
            </a:r>
            <a:endParaRPr sz="27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97095" y="251530"/>
            <a:ext cx="1495424" cy="7143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44187" y="9123069"/>
            <a:ext cx="6648449" cy="7810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OBRIGADO!!!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97095" y="251530"/>
            <a:ext cx="1495424" cy="7143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44187" y="9123069"/>
            <a:ext cx="6648449" cy="7810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simao xD</dc:creator>
  <cp:keywords>DAG97vqZ5t4,BAEY1TXZFec,0</cp:keywords>
  <dc:title>TUGOAL</dc:title>
  <dcterms:created xsi:type="dcterms:W3CDTF">2026-06-18T23:24:41Z</dcterms:created>
  <dcterms:modified xsi:type="dcterms:W3CDTF">2026-06-18T23:24:41Z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2026-06-18T00:00:00Z</vt:filetime>
  </property>
  <property fmtid="{D5CDD505-2E9C-101B-9397-08002B2CF9AE}" pid="4" name="Creator">
    <vt:lpwstr>Canva</vt:lpwstr>
  </property>
  <property fmtid="{D5CDD505-2E9C-101B-9397-08002B2CF9AE}" pid="5" name="LastSaved">
    <vt:filetime>2026-06-18T00:00:00Z</vt:filetime>
  </property>
  <property fmtid="{D5CDD505-2E9C-101B-9397-08002B2CF9AE}" pid="6" name="Producer">
    <vt:lpwstr>Canva</vt:lpwstr>
  </property>
</Properties>
</file>